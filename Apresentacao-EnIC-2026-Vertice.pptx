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66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Fala sugerida (Abertura): Boa noite a todos, boa noite professor Aldecir e avaliadores. Nós somos alunos do 4º período de Análise e Desenvolvimento de Sistemas e vamos apresentar o Vértice, que é a nossa plataforma web voltada para comunicação e estudo colaborativo desenvolvida em PHP puro.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Fala sugerida: A ideia do Vértice nasceu de uma dificuldade que nós mesmos passamos na faculdade. Quando precisamos estudar juntos a distância, usamos WhatsApp pra uma coisa, Discord pra outra, e o conteúdo acaba se perdendo. Além disso, redes comuns têm algoritmos e distrações que tiram o foco do estudo.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Fala sugerida: Nosso objetivo principal foi criar uma plataforma única onde o aluno entra pelo navegador e já tem os servidores divididos por matéria, com chat, chamada de vídeo e ferramentas de programação integradas, tudo construído por nós mesmos em PHP puro.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Fala sugerida: Na metodologia, primeiro levantamos os requisitos pensando no que um aluno de computação realmente usa. Modelamos o banco no MySQL e desenvolvemos o back-end em PHP puro usando o padrão MVC com PDO, sem depender de frameworks externos, e JavaScript com WebRTC no front-end.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Fala sugerida: Como resultado, dividimos o sistema em áreas integradas. Na área de comunidades, temos servidores por matéria, chat em tempo real que aceita blocos de código, áudio gravado na hora e arquivos, além da chamada de vídeo em grupo com compartilhamento de tela em tela cheia.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Fala sugerida: O grande diferencial do Vértice é que o aluno não precisa sair da chamada para praticar. Na própria sala ele abre o Live Code para programar junto com o colega, a Lousa Digital para desenhar um diagrama, o SQL Playground para testar consultas de banco, além do Fórum e dos Quizzes valendo pontos no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Fala sugerida: Já na parte social e administrativa, fizemos um sistema completo de amizades e conversas privadas 1 a 1, onde você pode ligar direto para um amigo e a chamada toca na tela dele. Os alunos também podem criar seus próprios servidores de estudo e gerenciar canais.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Fala sugerida: Entre os requisitos não funcionais, cuidamos para que a plataforma fosse leve, rodando direto no navegador, com interface simples e intuitiva, proteção dos dados usando PDO e senhas criptografadas, e um tempo de resposta rápido nas interações.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Fala sugerida: Concluindo, o Vértice cumpre o papel da extensão universitária porque aproxima o que aprendemos no curso das necessidades reais dos estudantes, entregando uma comunicação mais rápida, segura e descentralizada. Muito obrigado pela atenção de todos!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594360"/>
            <a:ext cx="34747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_logo_fa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8835"/>
            <a:ext cx="3224392" cy="7597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1828800"/>
            <a:ext cx="4114800" cy="384048"/>
          </a:xfrm>
          <a:prstGeom prst="roundRect">
            <a:avLst>
              <a:gd name="adj" fmla="val 20000"/>
            </a:avLst>
          </a:prstGeom>
          <a:solidFill>
            <a:srgbClr val="18223A"/>
          </a:solidFill>
          <a:ln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ECDC4"/>
                </a:solidFill>
                <a:latin typeface="Segoe UI"/>
              </a:defRPr>
            </a:pPr>
            <a:r>
              <a:t>XXIV EnIC FASM 2026  •  APRESENTAÇÃO ORAL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4ECDC4"/>
                </a:solidFill>
                <a:latin typeface="Segoe UI"/>
              </a:defRPr>
            </a:pPr>
            <a:r>
              <a:t>VÉRTICE</a:t>
            </a:r>
          </a:p>
          <a:p>
            <a:pPr>
              <a:defRPr sz="2600" b="1">
                <a:solidFill>
                  <a:srgbClr val="F4F6FB"/>
                </a:solidFill>
                <a:latin typeface="Segoe UI"/>
              </a:defRPr>
            </a:pPr>
            <a:r>
              <a:t>Plataforma de Estudos e Comunicação em PHP Puro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43400"/>
            <a:ext cx="10607040" cy="18288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498848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F6FB"/>
                </a:solidFill>
                <a:latin typeface="Segoe UI"/>
              </a:defRPr>
            </a:pPr>
            <a:r>
              <a:rPr dirty="0" err="1"/>
              <a:t>Acadêmicos</a:t>
            </a:r>
            <a:r>
              <a:rPr dirty="0"/>
              <a:t>: Gabriel de Paiva Pedrosa Ferreira, Iuri Magalhães Schelb, João ...</a:t>
            </a:r>
          </a:p>
          <a:p>
            <a:pPr>
              <a:spcAft>
                <a:spcPts val="600"/>
              </a:spcAft>
              <a:defRPr sz="1400">
                <a:solidFill>
                  <a:srgbClr val="4ECDC4"/>
                </a:solidFill>
                <a:latin typeface="Segoe UI"/>
              </a:defRPr>
            </a:pPr>
            <a:r>
              <a:rPr dirty="0"/>
              <a:t>Professor-</a:t>
            </a:r>
            <a:r>
              <a:rPr dirty="0" err="1"/>
              <a:t>orientador</a:t>
            </a:r>
            <a:r>
              <a:rPr dirty="0"/>
              <a:t>: Prof. Aldecir de Almeida Fonseca</a:t>
            </a:r>
          </a:p>
          <a:p>
            <a:pPr>
              <a:defRPr sz="1250">
                <a:solidFill>
                  <a:srgbClr val="9CA8C2"/>
                </a:solidFill>
                <a:latin typeface="Segoe UI"/>
              </a:defRPr>
            </a:pPr>
            <a:r>
              <a:rPr dirty="0" err="1"/>
              <a:t>Curso</a:t>
            </a:r>
            <a:r>
              <a:rPr dirty="0"/>
              <a:t>: </a:t>
            </a:r>
            <a:r>
              <a:rPr dirty="0" err="1"/>
              <a:t>Análise</a:t>
            </a:r>
            <a:r>
              <a:rPr dirty="0"/>
              <a:t> e </a:t>
            </a:r>
            <a:r>
              <a:rPr dirty="0" err="1"/>
              <a:t>Desenvolvimento</a:t>
            </a:r>
            <a:r>
              <a:rPr dirty="0"/>
              <a:t> de Sistemas (4º </a:t>
            </a:r>
            <a:r>
              <a:rPr dirty="0" err="1"/>
              <a:t>Período</a:t>
            </a:r>
            <a:r>
              <a:rPr dirty="0"/>
              <a:t>)  •  </a:t>
            </a:r>
            <a:r>
              <a:rPr dirty="0" err="1"/>
              <a:t>Área</a:t>
            </a:r>
            <a:r>
              <a:rPr dirty="0"/>
              <a:t>: </a:t>
            </a:r>
            <a:r>
              <a:rPr dirty="0" err="1"/>
              <a:t>Tecnologia</a:t>
            </a:r>
            <a:r>
              <a:rPr dirty="0"/>
              <a:t> / </a:t>
            </a:r>
            <a:r>
              <a:rPr dirty="0" err="1"/>
              <a:t>Ciência</a:t>
            </a:r>
            <a:r>
              <a:rPr dirty="0"/>
              <a:t> da Computação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457200"/>
            <a:ext cx="502920" cy="384048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300" b="1">
                <a:solidFill>
                  <a:srgbClr val="4ECDC4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4389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CA8C2"/>
                </a:solidFill>
                <a:latin typeface="Segoe UI"/>
              </a:defRPr>
            </a:pPr>
            <a:r>
              <a:t>CONTEXTUALIZAÇÃO E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6FB"/>
                </a:solidFill>
                <a:latin typeface="Segoe UI"/>
              </a:defRPr>
            </a:pPr>
            <a:r>
              <a:t>Por que criamos o Vértice?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CA8C2"/>
                </a:solidFill>
                <a:latin typeface="Segoe UI"/>
              </a:defRPr>
            </a:pPr>
            <a:r>
              <a:t>XXIV EnIC FASM 2026  •  Vértice: Plataforma de Estudos e Comunicação em PHP Puro  •  Slide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12080" cy="4297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20"/>
            <a:ext cx="64008" cy="3931920"/>
          </a:xfrm>
          <a:prstGeom prst="rect">
            <a:avLst/>
          </a:prstGeom>
          <a:solidFill>
            <a:srgbClr val="EE8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74520"/>
            <a:ext cx="480060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E8622"/>
                </a:solidFill>
                <a:latin typeface="Segoe UI"/>
              </a:defRPr>
            </a:pPr>
            <a:r>
              <a:t>O cenário atual nos estudos a distância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Crescimento da demanda por estudo remoto e resolução de dúvidas fora da sala de aula.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Comunicação acadêmica fragmentada: usa-se WhatsApp para avisos, Discord para chamadas e e-mail para arquivos.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Materiais de apoio, trechos de código e explicações importantes se perdem no histórico de conversas comuns.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Falta de ambientes pensados especificamente para a rotina de estudantes de tecnologia.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57800" cy="4297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74520"/>
            <a:ext cx="64008" cy="3931920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B6ABF"/>
                </a:solidFill>
                <a:latin typeface="Segoe UI"/>
              </a:defRPr>
            </a:pPr>
            <a:r>
              <a:t>Limitações das plataformas convencionais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Redes sociais tradicionais possuem distrações e interferências algorítmicas constantes.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Servidores e grupos em plataformas de terceiros podem cair ou sofrer bloqueios sem controle da turma.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Para estudar programação em grupo, o aluno precisa abrir várias ferramentas separadas ao mesmo tempo.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Necessidade de um canal próprio, seguro, descentralizado e auditável pela comunidade acadêmica.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457200"/>
            <a:ext cx="502920" cy="384048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300" b="1">
                <a:solidFill>
                  <a:srgbClr val="4ECDC4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4389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CA8C2"/>
                </a:solidFill>
                <a:latin typeface="Segoe UI"/>
              </a:defRPr>
            </a:pPr>
            <a:r>
              <a:t>OBJETIVOS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6FB"/>
                </a:solidFill>
                <a:latin typeface="Segoe UI"/>
              </a:defRPr>
            </a:pPr>
            <a:r>
              <a:t>O que o projeto se propõe a resolver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CA8C2"/>
                </a:solidFill>
                <a:latin typeface="Segoe UI"/>
              </a:defRPr>
            </a:pPr>
            <a:r>
              <a:t>XXIV EnIC FASM 2026  •  Vértice: Plataforma de Estudos e Comunicação em PHP Puro  •  Slide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10789920" cy="16002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12344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78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ECDC4"/>
                </a:solidFill>
                <a:latin typeface="Segoe UI"/>
              </a:defRPr>
            </a:pPr>
            <a:r>
              <a:t>Objetivo Geral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Desenvolver o Vértice: uma plataforma web acadêmica de comunicação em tempo real, segura, descentralizada e livre de interferências algorítmicas, integrando conversas, chamadas e ferramentas práticas de estudo em um único ambiente.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20440"/>
            <a:ext cx="3429000" cy="25146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703320"/>
            <a:ext cx="64008" cy="2148840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B6ABF"/>
                </a:solidFill>
                <a:latin typeface="Segoe UI"/>
              </a:defRPr>
            </a:pPr>
            <a:r>
              <a:t>Organização por Matéria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Estruturar servidores e canais separados por disciplinas e temas de estudo.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Centralizar dúvidas, códigos e materiais de apoio.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520440"/>
            <a:ext cx="3429000" cy="25146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70832" y="3703320"/>
            <a:ext cx="64008" cy="2148840"/>
          </a:xfrm>
          <a:prstGeom prst="rect">
            <a:avLst/>
          </a:prstGeom>
          <a:solidFill>
            <a:srgbClr val="45B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370332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5B87F"/>
                </a:solidFill>
                <a:latin typeface="Segoe UI"/>
              </a:defRPr>
            </a:pPr>
            <a:r>
              <a:t>Prática em Tempo Real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Integrar chamadas de voz/vídeo com ferramentas de código, banco de dados e lousa digital na mesma tela.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520440"/>
            <a:ext cx="3429000" cy="25146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3703320"/>
            <a:ext cx="64008" cy="2148840"/>
          </a:xfrm>
          <a:prstGeom prst="rect">
            <a:avLst/>
          </a:prstGeom>
          <a:solidFill>
            <a:srgbClr val="EE8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370332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E8622"/>
                </a:solidFill>
                <a:latin typeface="Segoe UI"/>
              </a:defRPr>
            </a:pPr>
            <a:r>
              <a:t>Engenharia em PHP Puro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Construir a aplicação do zero em PHP nativo (MVC + PDO), consolidando o aprendizado do 4º período de 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457200"/>
            <a:ext cx="502920" cy="384048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300" b="1">
                <a:solidFill>
                  <a:srgbClr val="4ECDC4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4389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CA8C2"/>
                </a:solidFill>
                <a:latin typeface="Segoe UI"/>
              </a:defRPr>
            </a:pPr>
            <a:r>
              <a:t>METODOLOGIA DE DESENVOLVIMENTO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6FB"/>
                </a:solidFill>
                <a:latin typeface="Segoe UI"/>
              </a:defRPr>
            </a:pPr>
            <a:r>
              <a:t>Como o sistema foi projetado e construído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CA8C2"/>
                </a:solidFill>
                <a:latin typeface="Segoe UI"/>
              </a:defRPr>
            </a:pPr>
            <a:r>
              <a:t>XXIV EnIC FASM 2026  •  Vértice: Plataforma de Estudos e Comunicação em PHP Puro  •  Slide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12080" cy="4297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20"/>
            <a:ext cx="64008" cy="39319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74520"/>
            <a:ext cx="480060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ECDC4"/>
                </a:solidFill>
                <a:latin typeface="Segoe UI"/>
              </a:defRPr>
            </a:pPr>
            <a:r>
              <a:t>Etapas da Metodologia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1. Levantamento de Requisitos: definição dos requisitos funcionais e não funcionais necessários para o estudo em grupo.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2. Definição do Público-Alvo: estudantes universitários, monitores e professores da área de computação.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3. Modelagem: estruturação do banco de dados relacional e divisão das telas do sistema.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4. Desenvolvimento Incremental: codificação contínua das áreas de comunidades, ferramentas práticas e área social.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57800" cy="4297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74520"/>
            <a:ext cx="64008" cy="3931920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B6ABF"/>
                </a:solidFill>
                <a:latin typeface="Segoe UI"/>
              </a:defRPr>
            </a:pPr>
            <a:r>
              <a:t>Stack Tecnológica Utilizada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Back-end: PHP 8 Nativo estruturado no padrão arquitetural MVC (Model-View-Controller).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Banco de Dados: MySQL com acesso via PDO (Prepared Statements para segurança dos dados).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Front-end: HTML5 semântico, CSS3 moderno (tema escuro) e JavaScript puro (ES6+).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Comunicação em Tempo Real: WebRTC (Peer-to-Peer) para voz, vídeo e compartilhamento de tela + Fetch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457200"/>
            <a:ext cx="502920" cy="384048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300" b="1">
                <a:solidFill>
                  <a:srgbClr val="4ECDC4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4389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CA8C2"/>
                </a:solidFill>
                <a:latin typeface="Segoe UI"/>
              </a:defRPr>
            </a:pPr>
            <a:r>
              <a:t>RESULTADOS: ESTRUTURA DO SISTEMA (PARTE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6FB"/>
                </a:solidFill>
                <a:latin typeface="Segoe UI"/>
              </a:defRPr>
            </a:pPr>
            <a:r>
              <a:t>Área de Comunidades, Chat e Conferência WebRTC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CA8C2"/>
                </a:solidFill>
                <a:latin typeface="Segoe UI"/>
              </a:defRPr>
            </a:pPr>
            <a:r>
              <a:t>XXIV EnIC FASM 2026  •  Vértice: Plataforma de Estudos e Comunicação em PHP Puro  •  Slide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3474720" cy="4297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20"/>
            <a:ext cx="64008" cy="39319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74520"/>
            <a:ext cx="3063239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ECDC4"/>
                </a:solidFill>
                <a:latin typeface="Segoe UI"/>
              </a:defRPr>
            </a:pPr>
            <a:r>
              <a:t>Servidores por Disciplina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Organização clara por matérias (ex: Banco de Dados, Engenharia de Software, Programação Web).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Canais específicos dentro de cada matéria (#geral, #estudos, #duvidas).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Lista de membros online atualizada em tempo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91640"/>
            <a:ext cx="3474720" cy="4297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874520"/>
            <a:ext cx="64008" cy="3931920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1874520"/>
            <a:ext cx="3063239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B6ABF"/>
                </a:solidFill>
                <a:latin typeface="Segoe UI"/>
              </a:defRPr>
            </a:pPr>
            <a:r>
              <a:t>Chat Acadêmico em Tempo Real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Envio de mensagens instantâneas com notificações sonoras e visuais.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Formatação própria para blocos de código-fonte.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Gravação de mensagens de voz direto pelo microfone e envio de anexos/imagens.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429000" cy="4297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74520"/>
            <a:ext cx="64008" cy="3931920"/>
          </a:xfrm>
          <a:prstGeom prst="rect">
            <a:avLst/>
          </a:prstGeom>
          <a:solidFill>
            <a:srgbClr val="45B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874520"/>
            <a:ext cx="3017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5B87F"/>
                </a:solidFill>
                <a:latin typeface="Segoe UI"/>
              </a:defRPr>
            </a:pPr>
            <a:r>
              <a:t>Chamadas de Voz, Vídeo e Tela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Salas de chamada em grupo via WebRTC direto no navegador.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Compartilhamento de tela em alta definição com opção de Tela Cheia sem cortes.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Reações rápidas, botão de levantar a mão e controle de volume por colega.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457200"/>
            <a:ext cx="502920" cy="384048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300" b="1">
                <a:solidFill>
                  <a:srgbClr val="4ECDC4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4389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CA8C2"/>
                </a:solidFill>
                <a:latin typeface="Segoe UI"/>
              </a:defRPr>
            </a:pPr>
            <a:r>
              <a:t>RESULTADOS: FERRAMENTAS PEDAGÓGICAS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6FB"/>
                </a:solidFill>
                <a:latin typeface="Segoe UI"/>
              </a:defRPr>
            </a:pPr>
            <a:r>
              <a:t>Recursos práticos integrados dentro da chamada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CA8C2"/>
                </a:solidFill>
                <a:latin typeface="Segoe UI"/>
              </a:defRPr>
            </a:pPr>
            <a:r>
              <a:t>XXIV EnIC FASM 2026  •  Vértice: Plataforma de Estudos e Comunicação em PHP Puro  •  Slide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20"/>
            <a:ext cx="64008" cy="16459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74520"/>
            <a:ext cx="4800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ECDC4"/>
                </a:solidFill>
                <a:latin typeface="Segoe UI"/>
              </a:defRPr>
            </a:pPr>
            <a:r>
              <a:t>💻  Live Code (Editor Colaborativo)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Editor de código compartilhado em tempo real dentro da sala.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Permite que os alunos editem e executem código juntos enquanto conversam na call (Modo Barra/Dock).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57800" cy="2011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74520"/>
            <a:ext cx="64008" cy="1645920"/>
          </a:xfrm>
          <a:prstGeom prst="rect">
            <a:avLst/>
          </a:prstGeom>
          <a:solidFill>
            <a:srgbClr val="EE8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E8622"/>
                </a:solidFill>
                <a:latin typeface="Segoe UI"/>
              </a:defRPr>
            </a:pPr>
            <a:r>
              <a:t>🎨  Lousa Digital Interativa (Whiteboard)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Quadro branco sincronizado para desenhar diagramas UML, DER e fluxogramas em equipe.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Ferramentas de desenho livre, formas geométricas, texto e exportação em imagem PNG.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160520"/>
            <a:ext cx="64008" cy="1645920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800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B6ABF"/>
                </a:solidFill>
                <a:latin typeface="Segoe UI"/>
              </a:defRPr>
            </a:pPr>
            <a:r>
              <a:t>🗄️  SQL Playground (Laboratório de BD)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Ambiente interativo para escrever e testar comandos SQL (SELECT, JOIN, CREATE) na prática.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Exibe as tabelas do esquema e retorna os resultados da consulta na hora.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77639"/>
            <a:ext cx="5257800" cy="2011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4160520"/>
            <a:ext cx="64008" cy="1645920"/>
          </a:xfrm>
          <a:prstGeom prst="rect">
            <a:avLst/>
          </a:prstGeom>
          <a:solidFill>
            <a:srgbClr val="45B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416052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5B87F"/>
                </a:solidFill>
                <a:latin typeface="Segoe UI"/>
              </a:defRPr>
            </a:pPr>
            <a:r>
              <a:t>❓  Fórum de Dúvidas e Quizzes Gamificados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Fórum para perguntas permanentes com votação nas melhores respostas e selo de solução verificada.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Quizzes por matéria com ranking de pontuação (Karma) para incentivar a participação.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457200"/>
            <a:ext cx="502920" cy="384048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300" b="1">
                <a:solidFill>
                  <a:srgbClr val="4ECDC4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4389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CA8C2"/>
                </a:solidFill>
                <a:latin typeface="Segoe UI"/>
              </a:defRPr>
            </a:pPr>
            <a:r>
              <a:t>RESULTADOS: ESTRUTURA DO SISTEMA (PARTE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6FB"/>
                </a:solidFill>
                <a:latin typeface="Segoe UI"/>
              </a:defRPr>
            </a:pPr>
            <a:r>
              <a:t>Área Social, Chamadas Privadas e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CA8C2"/>
                </a:solidFill>
                <a:latin typeface="Segoe UI"/>
              </a:defRPr>
            </a:pPr>
            <a:r>
              <a:t>XXIV EnIC FASM 2026  •  Vértice: Plataforma de Estudos e Comunicação em PHP Puro  •  Slide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12080" cy="4297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20"/>
            <a:ext cx="64008" cy="39319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74520"/>
            <a:ext cx="480060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ECDC4"/>
                </a:solidFill>
                <a:latin typeface="Segoe UI"/>
              </a:defRPr>
            </a:pPr>
            <a:r>
              <a:t>Conexão Social e Mensagens Privadas (1x1)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Sistema de amizades: envio e aceitação de pedidos clicando direto no perfil do colega ou buscando por nome/e-mail.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Chat privado individual com histórico salvo, envio de códigos, áudios e imagens.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Chamada privada de áudio e vídeo (1x1) com alerta sonoro na tela do colega, modo Picture-in-Picture e compartilhamento de tela.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Envio de convites rápidos para chamar amigos para estudar em uma sala específica.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57800" cy="4297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74520"/>
            <a:ext cx="64008" cy="3931920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B6ABF"/>
                </a:solidFill>
                <a:latin typeface="Segoe UI"/>
              </a:defRPr>
            </a:pPr>
            <a:r>
              <a:t>Autonomia e Gestão de Comunidades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Criação de servidores próprios: qualquer estudante pode criar e personalizar sua comunidade com ícone, cor e descrição.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Gerenciamento de canais internos para organizar grupos de trabalho ou monitorias.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Moderação transparente: exclusão de mensagens indevidas e registro das interações para manter o ambiente seguro.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Reconexão automática de sessão caso o usuário atualize a página (F5) durante uma chamada.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457200"/>
            <a:ext cx="502920" cy="384048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300" b="1">
                <a:solidFill>
                  <a:srgbClr val="4ECDC4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4389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CA8C2"/>
                </a:solidFill>
                <a:latin typeface="Segoe UI"/>
              </a:defRPr>
            </a:pPr>
            <a:r>
              <a:t>REQUISITOS NÃO FUNCIONAIS E QUALIDADE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6FB"/>
                </a:solidFill>
                <a:latin typeface="Segoe UI"/>
              </a:defRPr>
            </a:pPr>
            <a:r>
              <a:t>Segurança, desempenho e usabilidade da plataforma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CA8C2"/>
                </a:solidFill>
                <a:latin typeface="Segoe UI"/>
              </a:defRPr>
            </a:pPr>
            <a:r>
              <a:t>XXIV EnIC FASM 2026  •  Vértice: Plataforma de Estudos e Comunicação em PHP Puro  •  Slide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3474720" cy="4297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20"/>
            <a:ext cx="64008" cy="39319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74520"/>
            <a:ext cx="3063239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ECDC4"/>
                </a:solidFill>
                <a:latin typeface="Segoe UI"/>
              </a:defRPr>
            </a:pPr>
            <a:r>
              <a:t>Acessibilidade e Interface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100% acessível via navegador web, sem exigir instalação de softwares pesados.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Compatível com diferentes tamanhos de tela e dispositivos.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Interface intuitiva pensada para reduzir o cansaço visual em horários de estudo noturno.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91640"/>
            <a:ext cx="3474720" cy="4297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874520"/>
            <a:ext cx="64008" cy="3931920"/>
          </a:xfrm>
          <a:prstGeom prst="rect">
            <a:avLst/>
          </a:prstGeom>
          <a:solidFill>
            <a:srgbClr val="45B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1874520"/>
            <a:ext cx="3063239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5B87F"/>
                </a:solidFill>
                <a:latin typeface="Segoe UI"/>
              </a:defRPr>
            </a:pPr>
            <a:r>
              <a:t>Segurança dos Dados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Autenticação segura com criptografia de senhas nativa do PHP (Bcrypt / password_hash).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Consultas parametrizadas com PDO para impedir ataques de SQL Injection.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Tratamento e sanitização de entradas contra scripts maliciosos (XSS).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429000" cy="4297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74520"/>
            <a:ext cx="64008" cy="3931920"/>
          </a:xfrm>
          <a:prstGeom prst="rect">
            <a:avLst/>
          </a:prstGeom>
          <a:solidFill>
            <a:srgbClr val="EE8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874520"/>
            <a:ext cx="3017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E8622"/>
                </a:solidFill>
                <a:latin typeface="Segoe UI"/>
              </a:defRPr>
            </a:pPr>
            <a:r>
              <a:t>Desempenho e Resposta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Arquitetura MVC enxuta em PHP puro: sem sobrecarga de bibliotecas desnecessárias.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Comunicação assíncrona em segundo plano garantindo baixo tempo de resposta no chat e nas calls.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Opção de silenciar notificações sonoras conforme a preferência do aluno.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457200"/>
            <a:ext cx="502920" cy="384048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300" b="1">
                <a:solidFill>
                  <a:srgbClr val="4ECDC4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4389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CA8C2"/>
                </a:solidFill>
                <a:latin typeface="Segoe UI"/>
              </a:defRPr>
            </a:pPr>
            <a:r>
              <a:t>EXTENSÃO UNIVERSITÁRIA E 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6FB"/>
                </a:solidFill>
                <a:latin typeface="Segoe UI"/>
              </a:defRPr>
            </a:pPr>
            <a:r>
              <a:t>Contribuição acadêmica e resultados esperados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CA8C2"/>
                </a:solidFill>
                <a:latin typeface="Segoe UI"/>
              </a:defRPr>
            </a:pPr>
            <a:r>
              <a:t>XXIV EnIC FASM 2026  •  Vértice: Plataforma de Estudos e Comunicação em PHP Puro  •  Slide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12080" cy="4297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20"/>
            <a:ext cx="64008" cy="39319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74520"/>
            <a:ext cx="480060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ECDC4"/>
                </a:solidFill>
                <a:latin typeface="Segoe UI"/>
              </a:defRPr>
            </a:pPr>
            <a:r>
              <a:t>O Papel na Extensão Universitária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Aproxima os formandos da realidade prática ao transformar o conteúdo visto no curso em uma ferramenta útil de verdade.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Integra na prática disciplinas como Programação Web, Banco de Dados, Engenharia de Software e Redes.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Código aberto, limpo e auditável que pode continuar sendo evoluído pelos próprios alunos da FASM.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Atende a uma necessidade real de comunicação rápida e organizada entre estudantes.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57800" cy="42976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74520"/>
            <a:ext cx="64008" cy="3931920"/>
          </a:xfrm>
          <a:prstGeom prst="rect">
            <a:avLst/>
          </a:prstGeom>
          <a:solidFill>
            <a:srgbClr val="EE8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E8622"/>
                </a:solidFill>
                <a:latin typeface="Segoe UI"/>
              </a:defRPr>
            </a:pPr>
            <a:r>
              <a:t>Resultados Esperados e Conclusão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Comunicação mais rápida, segura e descentralizada entre alunos e monitores.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Redução da dispersão nos estudos a distância ao concentrar vídeo, chat e prática de código em um só lugar.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Maior engajamento e cooperação entre os estudantes por meio do fórum e dos quizzes.</a:t>
            </a:r>
          </a:p>
          <a:p>
            <a:pPr>
              <a:spcAft>
                <a:spcPts val="700"/>
              </a:spcAft>
              <a:defRPr sz="1350">
                <a:solidFill>
                  <a:srgbClr val="F4F6FB"/>
                </a:solidFill>
                <a:latin typeface="Segoe UI"/>
              </a:defRPr>
            </a:pPr>
            <a:r>
              <a:t>•  Conclusão: o Vértice comprova a capacidade técnica de construir sistemas modernos e completos utilizando PHP puro.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1005840"/>
            <a:ext cx="34747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_logo_fa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59" y="1033679"/>
            <a:ext cx="3115297" cy="805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2860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400" b="1">
                <a:solidFill>
                  <a:srgbClr val="4ECDC4"/>
                </a:solidFill>
                <a:latin typeface="Segoe UI"/>
              </a:defRPr>
            </a:pPr>
            <a:r>
              <a:t>Obrigado pela atenção!</a:t>
            </a:r>
          </a:p>
          <a:p>
            <a:pPr algn="ctr">
              <a:defRPr sz="2000" b="1">
                <a:solidFill>
                  <a:srgbClr val="F4F6FB"/>
                </a:solidFill>
                <a:latin typeface="Segoe UI"/>
              </a:defRPr>
            </a:pPr>
            <a:r>
              <a:t>VÉRTICE — Plataforma de Estudos e Comunicação em PHP Puro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4206240"/>
            <a:ext cx="7802575" cy="1737360"/>
          </a:xfrm>
          <a:prstGeom prst="roundRect">
            <a:avLst>
              <a:gd name="adj" fmla="val 5000"/>
            </a:avLst>
          </a:prstGeom>
          <a:solidFill>
            <a:srgbClr val="121A2E"/>
          </a:solidFill>
          <a:ln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4389120"/>
            <a:ext cx="74368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50" b="1">
                <a:solidFill>
                  <a:srgbClr val="F4F6FB"/>
                </a:solidFill>
                <a:latin typeface="Segoe UI"/>
              </a:defRPr>
            </a:pPr>
            <a:r>
              <a:t>Acadêmicos: Gabriel de Paiva Pedrosa Ferreira, Iuri Magalhães Schelb, João ...</a:t>
            </a:r>
          </a:p>
          <a:p>
            <a:pPr algn="ctr">
              <a:defRPr sz="1350">
                <a:solidFill>
                  <a:srgbClr val="4ECDC4"/>
                </a:solidFill>
                <a:latin typeface="Segoe UI"/>
              </a:defRPr>
            </a:pPr>
            <a:r>
              <a:t>Professor-orientador: Aldecir de Almeida Fonseca  •  XXIV EnIC FASM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1966</Words>
  <Application>Microsoft Office PowerPoint</Application>
  <PresentationFormat>Widescreen</PresentationFormat>
  <Paragraphs>136</Paragraphs>
  <Slides>10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 DE PAIVA PEDROSA FERREIRA</cp:lastModifiedBy>
  <cp:revision>2</cp:revision>
  <dcterms:created xsi:type="dcterms:W3CDTF">2013-01-27T09:14:16Z</dcterms:created>
  <dcterms:modified xsi:type="dcterms:W3CDTF">2026-10-21T02:17:12Z</dcterms:modified>
  <cp:category/>
</cp:coreProperties>
</file>